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7" r:id="rId4"/>
    <p:sldId id="260" r:id="rId5"/>
    <p:sldId id="261" r:id="rId6"/>
  </p:sldIdLst>
  <p:sldSz cx="14630400" cy="8229600"/>
  <p:notesSz cx="8229600" cy="14630400"/>
  <p:embeddedFontLst>
    <p:embeddedFont>
      <p:font typeface="Barlow" panose="00000500000000000000" pitchFamily="2" charset="0"/>
      <p:regular r:id="rId8"/>
      <p:bold r:id="rId9"/>
      <p:italic r:id="rId10"/>
      <p:boldItalic r:id="rId11"/>
    </p:embeddedFont>
    <p:embeddedFont>
      <p:font typeface="Barlow Medium" panose="00000600000000000000" pitchFamily="2" charset="0"/>
      <p:regular r:id="rId12"/>
    </p:embeddedFont>
    <p:embeddedFont>
      <p:font typeface="Consolas" panose="020B0609020204030204" pitchFamily="49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90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4037" y="1901428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Foodie Finder: Overview and Purpose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3643313"/>
            <a:ext cx="7415927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Foodie Finder is a Flask-based web application that</a:t>
            </a:r>
            <a:r>
              <a:rPr lang="en-US" sz="1900" dirty="0">
                <a:solidFill>
                  <a:schemeClr val="bg1"/>
                </a:solidFill>
                <a:latin typeface="Barlow" pitchFamily="34" charset="0"/>
              </a:rPr>
              <a:t> </a:t>
            </a:r>
            <a:r>
              <a:rPr lang="en-US" sz="1900" dirty="0">
                <a:solidFill>
                  <a:schemeClr val="bg1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helps users discover recipes using their available ingredients. Built with Machine-Learning, it leverages Flask, SQLAlchemy, scikit-learn, and NLTK for its functionality. The Web-app solves the problem of finding meal ideas with what you already have.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1382316" y="5896213"/>
            <a:ext cx="2717959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983C80-3222-99AA-D8D2-D34ECADA7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434340"/>
            <a:ext cx="5623560" cy="77952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/>
          <p:cNvSpPr/>
          <p:nvPr/>
        </p:nvSpPr>
        <p:spPr>
          <a:xfrm>
            <a:off x="5918359" y="12811958"/>
            <a:ext cx="828008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Enhanced UI/UX:</a:t>
            </a: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Improve the user interface and overall experience of using the application.</a:t>
            </a:r>
            <a:endParaRPr lang="en-US" sz="9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474549-3484-E090-7797-0F0C2062BF3D}"/>
              </a:ext>
            </a:extLst>
          </p:cNvPr>
          <p:cNvSpPr txBox="1"/>
          <p:nvPr/>
        </p:nvSpPr>
        <p:spPr>
          <a:xfrm>
            <a:off x="1783080" y="538102"/>
            <a:ext cx="7509510" cy="727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Foodie </a:t>
            </a:r>
            <a:r>
              <a:rPr lang="en-US" sz="3600" b="1" dirty="0" err="1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Finder:Technologies</a:t>
            </a:r>
            <a:r>
              <a:rPr lang="en-US" sz="3600" b="1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 Used</a:t>
            </a:r>
            <a:endParaRPr lang="en-US" sz="3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D4AB6B-E11C-4926-C461-D1FE85D3FC66}"/>
              </a:ext>
            </a:extLst>
          </p:cNvPr>
          <p:cNvSpPr txBox="1"/>
          <p:nvPr/>
        </p:nvSpPr>
        <p:spPr>
          <a:xfrm>
            <a:off x="1560195" y="2183130"/>
            <a:ext cx="7315200" cy="551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dirty="0" err="1">
                <a:solidFill>
                  <a:schemeClr val="bg2"/>
                </a:solidFill>
              </a:rPr>
              <a:t>Backend:Flask</a:t>
            </a:r>
            <a:r>
              <a:rPr lang="en-US" sz="2400" dirty="0">
                <a:solidFill>
                  <a:schemeClr val="bg2"/>
                </a:solidFill>
              </a:rPr>
              <a:t>,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Werkzeug</a:t>
            </a:r>
            <a:r>
              <a:rPr lang="en-IN" sz="2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400" b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Flask-Login,Flask-SQLAlchemy</a:t>
            </a:r>
            <a:endParaRPr lang="en-IN" sz="2400" b="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en-IN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</a:t>
            </a:r>
            <a:r>
              <a:rPr lang="en-IN" sz="2400" b="0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nlkt,sci</a:t>
            </a:r>
            <a:r>
              <a:rPr lang="en-IN" sz="24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</a:t>
            </a:r>
            <a:r>
              <a:rPr lang="en-IN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en-US" sz="2400" dirty="0" err="1">
                <a:solidFill>
                  <a:schemeClr val="bg2"/>
                </a:solidFill>
              </a:rPr>
              <a:t>Numpy,Pandas</a:t>
            </a:r>
            <a:r>
              <a:rPr lang="en-US" sz="2400" dirty="0">
                <a:solidFill>
                  <a:schemeClr val="bg2"/>
                </a:solidFill>
              </a:rPr>
              <a:t>, Scikit-learn</a:t>
            </a:r>
            <a:endParaRPr lang="en-IN" sz="2400" b="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/>
          </a:p>
          <a:p>
            <a:endParaRPr lang="en-US" dirty="0"/>
          </a:p>
          <a:p>
            <a:r>
              <a:rPr lang="en-US" sz="2400" dirty="0">
                <a:solidFill>
                  <a:schemeClr val="bg2"/>
                </a:solidFill>
              </a:rPr>
              <a:t>Frontend: </a:t>
            </a:r>
            <a:r>
              <a:rPr lang="en-US" sz="2400" dirty="0" err="1">
                <a:solidFill>
                  <a:schemeClr val="bg2"/>
                </a:solidFill>
              </a:rPr>
              <a:t>HTML,CSS,Javascript</a:t>
            </a:r>
            <a:endParaRPr lang="en-US" sz="2400" dirty="0">
              <a:solidFill>
                <a:schemeClr val="bg2"/>
              </a:solidFill>
            </a:endParaRPr>
          </a:p>
          <a:p>
            <a:endParaRPr lang="en-US" sz="2400" dirty="0"/>
          </a:p>
          <a:p>
            <a:r>
              <a:rPr lang="en-US" sz="2400" dirty="0">
                <a:solidFill>
                  <a:schemeClr val="bg2"/>
                </a:solidFill>
              </a:rPr>
              <a:t>Database: </a:t>
            </a:r>
            <a:r>
              <a:rPr lang="en-US" sz="2400" dirty="0" err="1">
                <a:solidFill>
                  <a:schemeClr val="bg2"/>
                </a:solidFill>
              </a:rPr>
              <a:t>SQLAlchemy,alembic</a:t>
            </a:r>
            <a:endParaRPr lang="en-US" sz="2400" dirty="0">
              <a:solidFill>
                <a:schemeClr val="bg2"/>
              </a:solidFill>
            </a:endParaRPr>
          </a:p>
          <a:p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dirty="0">
                <a:solidFill>
                  <a:schemeClr val="bg2"/>
                </a:solidFill>
              </a:rPr>
              <a:t>Libraries:</a:t>
            </a:r>
          </a:p>
          <a:p>
            <a:r>
              <a:rPr lang="en-US" sz="2400" dirty="0">
                <a:solidFill>
                  <a:schemeClr val="bg2"/>
                </a:solidFill>
              </a:rPr>
              <a:t>                  </a:t>
            </a:r>
            <a:r>
              <a:rPr lang="en-US" sz="2400" dirty="0" err="1">
                <a:solidFill>
                  <a:schemeClr val="bg2"/>
                </a:solidFill>
              </a:rPr>
              <a:t>Numpy,Pandas</a:t>
            </a:r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dirty="0">
                <a:solidFill>
                  <a:schemeClr val="bg2"/>
                </a:solidFill>
              </a:rPr>
              <a:t>                  Scikit-learn,</a:t>
            </a:r>
          </a:p>
          <a:p>
            <a:r>
              <a:rPr lang="en-US" sz="2400" dirty="0">
                <a:solidFill>
                  <a:schemeClr val="bg2"/>
                </a:solidFill>
              </a:rPr>
              <a:t>	    </a:t>
            </a:r>
            <a:r>
              <a:rPr lang="en-US" sz="2400" dirty="0" err="1">
                <a:solidFill>
                  <a:schemeClr val="bg2"/>
                </a:solidFill>
              </a:rPr>
              <a:t>re,ast,nltk,pickle,os</a:t>
            </a:r>
            <a:endParaRPr lang="en-US" sz="2400" dirty="0">
              <a:solidFill>
                <a:schemeClr val="bg2"/>
              </a:solidFill>
            </a:endParaRPr>
          </a:p>
          <a:p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dirty="0">
                <a:solidFill>
                  <a:schemeClr val="bg2"/>
                </a:solidFill>
              </a:rPr>
              <a:t>Version Control: Git and </a:t>
            </a:r>
            <a:r>
              <a:rPr lang="en-US" sz="2400" dirty="0" err="1">
                <a:solidFill>
                  <a:schemeClr val="bg2"/>
                </a:solidFill>
              </a:rPr>
              <a:t>Github</a:t>
            </a:r>
            <a:endParaRPr lang="en-US" sz="2400" dirty="0">
              <a:solidFill>
                <a:schemeClr val="bg2"/>
              </a:solidFill>
            </a:endParaRPr>
          </a:p>
          <a:p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dirty="0">
                <a:solidFill>
                  <a:schemeClr val="bg2"/>
                </a:solidFill>
              </a:rPr>
              <a:t>CI/CD Tools: </a:t>
            </a:r>
            <a:r>
              <a:rPr lang="en-US" sz="2400" dirty="0" err="1">
                <a:solidFill>
                  <a:schemeClr val="bg2"/>
                </a:solidFill>
              </a:rPr>
              <a:t>Github</a:t>
            </a:r>
            <a:r>
              <a:rPr lang="en-US" sz="2400" dirty="0">
                <a:solidFill>
                  <a:schemeClr val="bg2"/>
                </a:solidFill>
              </a:rPr>
              <a:t> Actions for testing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31FC53-0CF3-9D29-7BAA-8B40863F1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8740" y="7617111"/>
            <a:ext cx="1760219" cy="5324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895" y="840987"/>
            <a:ext cx="793444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Foodie Finder: Powerful Features</a:t>
            </a:r>
            <a:endParaRPr lang="en-US" sz="4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BAA8F9-0684-91F9-846F-70619B96028D}"/>
              </a:ext>
            </a:extLst>
          </p:cNvPr>
          <p:cNvSpPr txBox="1"/>
          <p:nvPr/>
        </p:nvSpPr>
        <p:spPr>
          <a:xfrm>
            <a:off x="484895" y="1988857"/>
            <a:ext cx="73152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lang="en-US" sz="2000" dirty="0">
                <a:solidFill>
                  <a:schemeClr val="bg1"/>
                </a:solidFill>
              </a:rPr>
              <a:t>• Smart Ingredient Matching: Uses TF-IDF and cosine similarity to find recipes based on available ingredients and it ignores irrelevant ingredient queries by the usage of threshold and separate ingredient query processing</a:t>
            </a:r>
          </a:p>
          <a:p>
            <a:pPr>
              <a:spcAft>
                <a:spcPts val="1200"/>
              </a:spcAft>
              <a:defRPr sz="1800"/>
            </a:pPr>
            <a:r>
              <a:rPr lang="en-US" sz="2000" dirty="0">
                <a:solidFill>
                  <a:schemeClr val="bg1"/>
                </a:solidFill>
              </a:rPr>
              <a:t>• Cooking Time Filters: All(All durations), Quick (0-30 min), Medium (30-60 min) and Long (60+ min) options</a:t>
            </a:r>
          </a:p>
          <a:p>
            <a:pPr>
              <a:spcAft>
                <a:spcPts val="1200"/>
              </a:spcAft>
              <a:defRPr sz="1800"/>
            </a:pPr>
            <a:r>
              <a:rPr lang="en-US" sz="2000" dirty="0">
                <a:solidFill>
                  <a:schemeClr val="bg1"/>
                </a:solidFill>
              </a:rPr>
              <a:t>• User Authentication: Secure login/signup system with password hashing and session management</a:t>
            </a:r>
          </a:p>
          <a:p>
            <a:pPr>
              <a:spcAft>
                <a:spcPts val="1200"/>
              </a:spcAft>
              <a:defRPr sz="1800"/>
            </a:pPr>
            <a:r>
              <a:rPr lang="en-US" sz="2000" dirty="0">
                <a:solidFill>
                  <a:schemeClr val="bg1"/>
                </a:solidFill>
              </a:rPr>
              <a:t>• Favorites System: Save and manage your favorite recipes with add to </a:t>
            </a:r>
            <a:r>
              <a:rPr lang="en-US" sz="2000" dirty="0" err="1">
                <a:solidFill>
                  <a:schemeClr val="bg1"/>
                </a:solidFill>
              </a:rPr>
              <a:t>favourites</a:t>
            </a:r>
            <a:r>
              <a:rPr lang="en-US" sz="2000" dirty="0">
                <a:solidFill>
                  <a:schemeClr val="bg1"/>
                </a:solidFill>
              </a:rPr>
              <a:t> and remove from </a:t>
            </a:r>
            <a:r>
              <a:rPr lang="en-US" sz="2000" dirty="0" err="1">
                <a:solidFill>
                  <a:schemeClr val="bg1"/>
                </a:solidFill>
              </a:rPr>
              <a:t>favourites</a:t>
            </a:r>
            <a:r>
              <a:rPr lang="en-US" sz="2000" dirty="0">
                <a:solidFill>
                  <a:schemeClr val="bg1"/>
                </a:solidFill>
              </a:rPr>
              <a:t> functionalities</a:t>
            </a:r>
          </a:p>
          <a:p>
            <a:pPr>
              <a:spcAft>
                <a:spcPts val="1200"/>
              </a:spcAft>
              <a:defRPr sz="1800"/>
            </a:pPr>
            <a:r>
              <a:rPr lang="en-US" sz="2000" dirty="0">
                <a:solidFill>
                  <a:schemeClr val="bg1"/>
                </a:solidFill>
              </a:rPr>
              <a:t>• User Profiles: Personalized user profile page</a:t>
            </a:r>
          </a:p>
          <a:p>
            <a:pPr>
              <a:spcAft>
                <a:spcPts val="1200"/>
              </a:spcAft>
              <a:defRPr sz="1800"/>
            </a:pPr>
            <a:r>
              <a:rPr lang="en-US" sz="2000" dirty="0">
                <a:solidFill>
                  <a:schemeClr val="bg1"/>
                </a:solidFill>
              </a:rPr>
              <a:t>• Responsive Design: Modern UI that looks </a:t>
            </a:r>
            <a:r>
              <a:rPr lang="en-US" sz="2000" dirty="0" err="1">
                <a:solidFill>
                  <a:schemeClr val="bg1"/>
                </a:solidFill>
              </a:rPr>
              <a:t>professsional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spcAft>
                <a:spcPts val="1200"/>
              </a:spcAft>
              <a:defRPr sz="1800"/>
            </a:pPr>
            <a:r>
              <a:rPr lang="en-US" sz="2000" dirty="0">
                <a:solidFill>
                  <a:schemeClr val="bg1"/>
                </a:solidFill>
              </a:rPr>
              <a:t>• Recipe Details: View comprehensive recipe information including ingredients, instructions, cooking time and nutritional info. Print recipe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F411B4-9AC8-0A27-46D6-4B8526133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3030" y="7781863"/>
            <a:ext cx="1817370" cy="4477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8D9A5A-DAD1-F02A-2C65-D963B93D2892}"/>
              </a:ext>
            </a:extLst>
          </p:cNvPr>
          <p:cNvSpPr txBox="1"/>
          <p:nvPr/>
        </p:nvSpPr>
        <p:spPr>
          <a:xfrm>
            <a:off x="936702" y="1393668"/>
            <a:ext cx="12087921" cy="740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Barlow Medium" pitchFamily="34" charset="0"/>
              </a:rPr>
              <a:t>Challenges Faced, Integration of CI/CD&amp; tests written</a:t>
            </a:r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D9FF22-F93D-35AC-FDCA-569DB7ED1535}"/>
              </a:ext>
            </a:extLst>
          </p:cNvPr>
          <p:cNvSpPr txBox="1"/>
          <p:nvPr/>
        </p:nvSpPr>
        <p:spPr>
          <a:xfrm>
            <a:off x="936702" y="2161904"/>
            <a:ext cx="10760927" cy="7209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3100"/>
              </a:lnSpc>
              <a:buSzPct val="100000"/>
              <a:buFontTx/>
              <a:buChar char="•"/>
            </a:pPr>
            <a:r>
              <a:rPr lang="en-US" sz="18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ML Model Integration:</a:t>
            </a: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When we tried to on only ingredients it gave random results because we generally type the most important ingredients in input, since the recipe name generally contains most important ingredients , we used feature </a:t>
            </a:r>
            <a:r>
              <a:rPr lang="en-US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</a:t>
            </a: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ngineering and gave more importance to recipe name and we used a threshold in cosine similarity to restrict irrelevant results</a:t>
            </a:r>
            <a:endParaRPr lang="en-US" sz="1800" dirty="0"/>
          </a:p>
          <a:p>
            <a:pPr marL="342900" indent="-342900">
              <a:lnSpc>
                <a:spcPts val="3100"/>
              </a:lnSpc>
              <a:buSzPct val="100000"/>
              <a:buFontTx/>
              <a:buChar char="•"/>
            </a:pPr>
            <a:r>
              <a:rPr lang="en-US" sz="18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Database Management:</a:t>
            </a: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Setting up relational databases on is a challenge.</a:t>
            </a:r>
            <a:endParaRPr lang="en-US" dirty="0"/>
          </a:p>
          <a:p>
            <a:pPr marL="342900" indent="-342900">
              <a:lnSpc>
                <a:spcPts val="3100"/>
              </a:lnSpc>
              <a:buSzPct val="100000"/>
              <a:buFontTx/>
              <a:buChar char="•"/>
            </a:pPr>
            <a:r>
              <a:rPr lang="en-US" sz="18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NLTK Dependency Management:</a:t>
            </a:r>
            <a:r>
              <a:rPr lang="en-US" sz="18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Ensuring NLTK data is consistent for test runs.</a:t>
            </a:r>
          </a:p>
          <a:p>
            <a:pPr marL="342900" indent="-342900">
              <a:lnSpc>
                <a:spcPts val="3100"/>
              </a:lnSpc>
              <a:buSzPct val="100000"/>
              <a:buFontTx/>
              <a:buChar char="•"/>
            </a:pPr>
            <a:r>
              <a:rPr lang="en-US" sz="18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Test</a:t>
            </a:r>
            <a:r>
              <a:rPr lang="en-US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 Written: </a:t>
            </a:r>
            <a:r>
              <a:rPr lang="en-US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There are 4 test files </a:t>
            </a:r>
          </a:p>
          <a:p>
            <a:pPr lvl="1">
              <a:lnSpc>
                <a:spcPts val="3100"/>
              </a:lnSpc>
              <a:buSzPct val="100000"/>
            </a:pPr>
            <a:r>
              <a:rPr lang="en-US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	</a:t>
            </a:r>
            <a:r>
              <a:rPr lang="en-US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conftest.py: Shared fixtures and setup</a:t>
            </a:r>
          </a:p>
          <a:p>
            <a:pPr lvl="1">
              <a:lnSpc>
                <a:spcPts val="3100"/>
              </a:lnSpc>
              <a:buSzPct val="100000"/>
            </a:pPr>
            <a:r>
              <a:rPr lang="en-US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	test_routes.py: test route functionality</a:t>
            </a:r>
          </a:p>
          <a:p>
            <a:pPr lvl="1">
              <a:lnSpc>
                <a:spcPts val="3100"/>
              </a:lnSpc>
              <a:buSzPct val="100000"/>
            </a:pPr>
            <a:r>
              <a:rPr lang="en-US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	test_auth.py: tests user authentication</a:t>
            </a:r>
          </a:p>
          <a:p>
            <a:pPr lvl="1">
              <a:lnSpc>
                <a:spcPts val="3100"/>
              </a:lnSpc>
              <a:buSzPct val="100000"/>
            </a:pPr>
            <a:r>
              <a:rPr lang="en-US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	test_recipe_search.py: tests recommendations</a:t>
            </a:r>
          </a:p>
          <a:p>
            <a:pPr marL="342900" indent="-342900">
              <a:lnSpc>
                <a:spcPts val="310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Library used for testing: </a:t>
            </a:r>
            <a:r>
              <a:rPr lang="en-US" dirty="0" err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Pytest</a:t>
            </a:r>
            <a:endParaRPr lang="en-US" dirty="0">
              <a:solidFill>
                <a:srgbClr val="E5E0DF"/>
              </a:solidFill>
              <a:latin typeface="Barlow" pitchFamily="34" charset="0"/>
              <a:ea typeface="Barlow" pitchFamily="34" charset="-122"/>
              <a:cs typeface="Barlow" pitchFamily="34" charset="-120"/>
            </a:endParaRPr>
          </a:p>
          <a:p>
            <a:pPr marL="342900" indent="-342900">
              <a:lnSpc>
                <a:spcPts val="310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Integration of CI/CD: Slow pipelines and managing and man </a:t>
            </a:r>
          </a:p>
          <a:p>
            <a:pPr marL="342900" indent="-342900">
              <a:lnSpc>
                <a:spcPts val="3100"/>
              </a:lnSpc>
              <a:buSzPct val="100000"/>
              <a:buFontTx/>
              <a:buChar char="•"/>
            </a:pPr>
            <a:endParaRPr lang="en-US" sz="1800" dirty="0"/>
          </a:p>
          <a:p>
            <a:pPr algn="l">
              <a:lnSpc>
                <a:spcPts val="3100"/>
              </a:lnSpc>
              <a:buSzPct val="100000"/>
            </a:pPr>
            <a:endParaRPr lang="en-US" sz="1800" dirty="0">
              <a:solidFill>
                <a:srgbClr val="E5E0DF"/>
              </a:solidFill>
              <a:latin typeface="Barlow" pitchFamily="34" charset="0"/>
              <a:ea typeface="Barlow" pitchFamily="34" charset="-122"/>
              <a:cs typeface="Barlow" pitchFamily="34" charset="-120"/>
            </a:endParaRP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endParaRPr lang="en-US" sz="1800" dirty="0">
              <a:solidFill>
                <a:srgbClr val="E5E0DF"/>
              </a:solidFill>
              <a:latin typeface="Barlow" pitchFamily="34" charset="0"/>
              <a:ea typeface="Barlow" pitchFamily="34" charset="-122"/>
              <a:cs typeface="Barlow" pitchFamily="34" charset="-120"/>
            </a:endParaRP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endParaRPr lang="en-US" sz="1800" dirty="0">
              <a:solidFill>
                <a:srgbClr val="E5E0DF"/>
              </a:solidFill>
              <a:latin typeface="Barlow" pitchFamily="34" charset="0"/>
              <a:ea typeface="Barlow" pitchFamily="34" charset="-122"/>
              <a:cs typeface="Barlow" pitchFamily="34" charset="-120"/>
            </a:endParaRP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1AB72F-4A3A-75FF-00A5-0EB8B131D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5885" y="7477020"/>
            <a:ext cx="2234515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902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C30BEB-6318-A512-F2BD-2139B652F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5134" y="6942828"/>
            <a:ext cx="1905266" cy="11907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BA748D-8811-8ABF-99A7-BE3F7AA3C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567" y="3519404"/>
            <a:ext cx="1905266" cy="11907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D00540-0148-F00E-27CC-49F77FA05C0F}"/>
              </a:ext>
            </a:extLst>
          </p:cNvPr>
          <p:cNvSpPr txBox="1"/>
          <p:nvPr/>
        </p:nvSpPr>
        <p:spPr>
          <a:xfrm>
            <a:off x="680225" y="869560"/>
            <a:ext cx="7315200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400" b="1" dirty="0">
                <a:solidFill>
                  <a:schemeClr val="bg1"/>
                </a:solidFill>
              </a:rPr>
              <a:t>Future Improvements: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28B88C-98FB-3A1A-1629-F519C7709488}"/>
              </a:ext>
            </a:extLst>
          </p:cNvPr>
          <p:cNvSpPr txBox="1"/>
          <p:nvPr/>
        </p:nvSpPr>
        <p:spPr>
          <a:xfrm>
            <a:off x="831562" y="1630217"/>
            <a:ext cx="11062010" cy="5242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310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Give tailored suggestions based on user </a:t>
            </a:r>
            <a:r>
              <a:rPr lang="en-US" sz="2400" dirty="0" err="1">
                <a:solidFill>
                  <a:schemeClr val="bg1"/>
                </a:solidFill>
              </a:rPr>
              <a:t>favourites</a:t>
            </a:r>
            <a:r>
              <a:rPr lang="en-US" sz="2400" dirty="0">
                <a:solidFill>
                  <a:schemeClr val="bg1"/>
                </a:solidFill>
              </a:rPr>
              <a:t> and user ratings</a:t>
            </a:r>
          </a:p>
          <a:p>
            <a:pPr marL="342900" indent="-342900">
              <a:lnSpc>
                <a:spcPts val="310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Give recommendations based on locality of user</a:t>
            </a:r>
          </a:p>
          <a:p>
            <a:pPr marL="342900" indent="-342900">
              <a:lnSpc>
                <a:spcPts val="310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Include multiple worldwide </a:t>
            </a:r>
            <a:r>
              <a:rPr lang="en-US" sz="2400" dirty="0" err="1">
                <a:solidFill>
                  <a:schemeClr val="bg1"/>
                </a:solidFill>
              </a:rPr>
              <a:t>cusines</a:t>
            </a: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lnSpc>
                <a:spcPts val="310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Include Password security</a:t>
            </a:r>
          </a:p>
          <a:p>
            <a:pPr marL="342900" indent="-342900">
              <a:lnSpc>
                <a:spcPts val="310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Introduce Meal planning, shopping list</a:t>
            </a:r>
          </a:p>
          <a:p>
            <a:pPr marL="342900" indent="-342900">
              <a:lnSpc>
                <a:spcPts val="310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Integrate AI-recommendations </a:t>
            </a:r>
          </a:p>
          <a:p>
            <a:pPr marL="342900" indent="-342900">
              <a:lnSpc>
                <a:spcPts val="310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Include multi-lingual support</a:t>
            </a:r>
          </a:p>
          <a:p>
            <a:pPr marL="342900" indent="-342900">
              <a:lnSpc>
                <a:spcPts val="3100"/>
              </a:lnSpc>
              <a:buSzPct val="100000"/>
              <a:buFontTx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lnSpc>
                <a:spcPts val="3100"/>
              </a:lnSpc>
              <a:buSzPct val="100000"/>
              <a:buFontTx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algn="l">
              <a:lnSpc>
                <a:spcPts val="3100"/>
              </a:lnSpc>
              <a:buSzPct val="100000"/>
            </a:pPr>
            <a:endParaRPr lang="en-US" sz="2400" dirty="0">
              <a:solidFill>
                <a:schemeClr val="bg1"/>
              </a:solidFill>
              <a:latin typeface="Barlow" pitchFamily="34" charset="0"/>
              <a:ea typeface="Barlow" pitchFamily="34" charset="-122"/>
              <a:cs typeface="Barlow" pitchFamily="34" charset="-120"/>
            </a:endParaRP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endParaRPr lang="en-US" sz="2400" dirty="0">
              <a:solidFill>
                <a:schemeClr val="bg1"/>
              </a:solidFill>
              <a:latin typeface="Barlow" pitchFamily="34" charset="0"/>
              <a:ea typeface="Barlow" pitchFamily="34" charset="-122"/>
              <a:cs typeface="Barlow" pitchFamily="34" charset="-120"/>
            </a:endParaRP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endParaRPr lang="en-US" sz="2400" dirty="0">
              <a:solidFill>
                <a:schemeClr val="bg1"/>
              </a:solidFill>
              <a:latin typeface="Barlow" pitchFamily="34" charset="0"/>
              <a:ea typeface="Barlow" pitchFamily="34" charset="-122"/>
              <a:cs typeface="Barlow" pitchFamily="34" charset="-120"/>
            </a:endParaRPr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599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486</Words>
  <Application>Microsoft Office PowerPoint</Application>
  <PresentationFormat>Custom</PresentationFormat>
  <Paragraphs>58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Barlow</vt:lpstr>
      <vt:lpstr>Consolas</vt:lpstr>
      <vt:lpstr>Calibri</vt:lpstr>
      <vt:lpstr>Barlow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Vishesh</cp:lastModifiedBy>
  <cp:revision>12</cp:revision>
  <dcterms:created xsi:type="dcterms:W3CDTF">2025-04-04T05:54:24Z</dcterms:created>
  <dcterms:modified xsi:type="dcterms:W3CDTF">2025-04-04T09:48:13Z</dcterms:modified>
</cp:coreProperties>
</file>