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Barlow Medium"/>
      <p:regular r:id="rId11"/>
    </p:embeddedFont>
    <p:embeddedFont>
      <p:font typeface="Barlow Medium"/>
      <p:regular r:id="rId12"/>
    </p:embeddedFont>
    <p:embeddedFont>
      <p:font typeface="Barlow Medium"/>
      <p:regular r:id="rId13"/>
    </p:embeddedFont>
    <p:embeddedFont>
      <p:font typeface="Barlow Medium"/>
      <p:regular r:id="rId14"/>
    </p:embeddedFont>
    <p:embeddedFont>
      <p:font typeface="Barlow"/>
      <p:regular r:id="rId15"/>
    </p:embeddedFont>
    <p:embeddedFont>
      <p:font typeface="Barlow"/>
      <p:regular r:id="rId16"/>
    </p:embeddedFont>
    <p:embeddedFont>
      <p:font typeface="Barlow"/>
      <p:regular r:id="rId17"/>
    </p:embeddedFont>
    <p:embeddedFont>
      <p:font typeface="Barlow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901428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Foodie Finder: Overview and Purpose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3643313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  <a:defRPr sz="1800"/>
            </a:pPr>
            <a:r>
              <a:t>Foodie Finder is a Flask-based web application that helps users discover recipes based on ingredients they already have. It uses machine learning (TF-IDF and cosine similarity) to match ingredients with suitable recipes, reducing food waste and inspiring culinary creativity.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5914668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3C3838"/>
            </a:solidFill>
            <a:prstDash val="solid"/>
          </a:ln>
        </p:spPr>
        <p:txBody>
          <a:bodyPr/>
          <a:p/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57" y="5922288"/>
            <a:ext cx="379690" cy="3796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82316" y="5896213"/>
            <a:ext cx="2717959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by Jindam Sreenath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847850"/>
            <a:ext cx="7934444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Foodie Finder: Powerful Features</a:t>
            </a:r>
            <a:endParaRPr lang="en-US" sz="43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800"/>
            </a:pPr>
            <a:r>
              <a:t>• Smart Ingredient Matching: Uses TF-IDF and cosine similarity to find recipes based on available ingredients</a:t>
            </a:r>
          </a:p>
          <a:p>
            <a:pPr>
              <a:spcAft>
                <a:spcPts val="1200"/>
              </a:spcAft>
              <a:defRPr sz="1800"/>
            </a:pPr>
            <a:r>
              <a:t>• Cooking Time Filters: Quick (0-30 min), Medium (30-60 min), or Long (60+ min) options</a:t>
            </a:r>
          </a:p>
          <a:p>
            <a:pPr>
              <a:spcAft>
                <a:spcPts val="1200"/>
              </a:spcAft>
              <a:defRPr sz="1800"/>
            </a:pPr>
            <a:r>
              <a:t>• User Authentication: Secure login/signup system with password hashing and session management</a:t>
            </a:r>
          </a:p>
          <a:p>
            <a:pPr>
              <a:spcAft>
                <a:spcPts val="1200"/>
              </a:spcAft>
              <a:defRPr sz="1800"/>
            </a:pPr>
            <a:r>
              <a:t>• Favorites System: Save and manage your favorite recipes</a:t>
            </a:r>
          </a:p>
          <a:p>
            <a:pPr>
              <a:spcAft>
                <a:spcPts val="1200"/>
              </a:spcAft>
              <a:defRPr sz="1800"/>
            </a:pPr>
            <a:r>
              <a:t>• User Profiles: Personalized user experience</a:t>
            </a:r>
          </a:p>
          <a:p>
            <a:pPr>
              <a:spcAft>
                <a:spcPts val="1200"/>
              </a:spcAft>
              <a:defRPr sz="1800"/>
            </a:pPr>
            <a:r>
              <a:t>• Responsive Design: Modern UI that works on all devices</a:t>
            </a:r>
          </a:p>
          <a:p>
            <a:pPr>
              <a:spcAft>
                <a:spcPts val="1200"/>
              </a:spcAft>
              <a:defRPr sz="1800"/>
            </a:pPr>
            <a:r>
              <a:t>• Recipe Details: View comprehensive recipe information including ingredients, instructions, and cooking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364700"/>
            <a:ext cx="8905042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CI/CD and Testing: Roadblocks Faced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4425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Infrastructure Limitations: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Running CI/CD on a single laptop has limitations.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02562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 Environment Consistency: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Mimicking production on a laptop is difficult.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50699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Database Management: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Setting up test databases on a laptop is a challenge.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98836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 Model Integration: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Testing TF-IDF within CI/CD reliably is difficult.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46973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NLTK Dependency Management: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Ensuring NLTK data is consistent for test runs.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133489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8359" y="339447"/>
            <a:ext cx="425779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Future of Foodie Finder: Next Steps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359" y="867489"/>
            <a:ext cx="8280083" cy="5665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18359" y="6671548"/>
            <a:ext cx="82800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pPr algn="l" indent="0" marL="0">
              <a:lnSpc>
                <a:spcPts val="1550"/>
              </a:lnSpc>
              <a:buNone/>
            </a:pPr>
            <a:endParaRPr lang="en-US" sz="950" dirty="0"/>
          </a:p>
          <a:p>
            <a:pPr>
              <a:spcAft>
                <a:spcPts val="1200"/>
              </a:spcAft>
              <a:defRPr sz="1800"/>
            </a:pPr>
            <a:r>
              <a:t>Cloud Deployment: Migrate to AWS, Google Cloud, or Azure for better scalability</a:t>
            </a:r>
          </a:p>
          <a:p>
            <a:pPr>
              <a:spcAft>
                <a:spcPts val="1200"/>
              </a:spcAft>
              <a:defRPr sz="1800"/>
            </a:pPr>
            <a:r>
              <a:t>Machine Learning Enhancements: Improve recommendation algorithm with user feedback</a:t>
            </a:r>
          </a:p>
          <a:p>
            <a:pPr>
              <a:spcAft>
                <a:spcPts val="1200"/>
              </a:spcAft>
              <a:defRPr sz="1800"/>
            </a:pPr>
            <a:r>
              <a:t>Mobile App Development: Create native mobile apps for iOS and Android</a:t>
            </a:r>
          </a:p>
          <a:p>
            <a:pPr>
              <a:spcAft>
                <a:spcPts val="1200"/>
              </a:spcAft>
              <a:defRPr sz="1800"/>
            </a:pPr>
            <a:r>
              <a:t>Social Features: Allow users to share recipes and cooking experiences</a:t>
            </a:r>
          </a:p>
          <a:p>
            <a:pPr>
              <a:spcAft>
                <a:spcPts val="1200"/>
              </a:spcAft>
              <a:defRPr sz="1800"/>
            </a:pPr>
            <a:r>
              <a:t>Dietary Preferences: Add filtering by dietary restrictions (vegan, gluten-free, etc.)</a:t>
            </a:r>
          </a:p>
          <a:p>
            <a:pPr>
              <a:spcAft>
                <a:spcPts val="1200"/>
              </a:spcAft>
              <a:defRPr sz="1800"/>
            </a:pPr>
            <a:r>
              <a:t>Ingredient Substitution: Suggest alternatives for missing ingredients</a:t>
            </a:r>
          </a:p>
          <a:p>
            <a:pPr>
              <a:spcAft>
                <a:spcPts val="1200"/>
              </a:spcAft>
              <a:defRPr sz="1800"/>
            </a:pPr>
            <a:r>
              <a:t>Integration with Grocery Services: Connect with online grocery delivery</a:t>
            </a:r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359" y="7007900"/>
            <a:ext cx="8280083" cy="566523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918359" y="12811958"/>
            <a:ext cx="828008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Enhanced UI/UX: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Improve the user interface and overall experience of using the application.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2025-04-04T05:54:24Z</dcterms:created>
  <dcterms:modified xsi:type="dcterms:W3CDTF">2025-04-04T05:54:24Z</dcterms:modified>
</cp:coreProperties>
</file>